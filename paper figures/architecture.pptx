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25199975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EAD6"/>
    <a:srgbClr val="FEFEFE"/>
    <a:srgbClr val="FFF3FF"/>
    <a:srgbClr val="FAF1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54"/>
    <p:restoredTop sz="94635"/>
  </p:normalViewPr>
  <p:slideViewPr>
    <p:cSldViewPr snapToGrid="0">
      <p:cViewPr>
        <p:scale>
          <a:sx n="91" d="100"/>
          <a:sy n="91" d="100"/>
        </p:scale>
        <p:origin x="12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41D36-9871-DC4A-868D-251E109C660E}" type="datetimeFigureOut">
              <a:rPr lang="de-DE" smtClean="0"/>
              <a:t>21.02.26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728663" y="1143000"/>
            <a:ext cx="5400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429B79-CB0B-9D41-A0F3-5BB29703C44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0544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429B79-CB0B-9D41-A0F3-5BB29703C446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4173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49997" y="2356703"/>
            <a:ext cx="18899981" cy="5013407"/>
          </a:xfrm>
        </p:spPr>
        <p:txBody>
          <a:bodyPr anchor="b"/>
          <a:lstStyle>
            <a:lvl1pPr algn="ctr">
              <a:defRPr sz="1240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997" y="7563446"/>
            <a:ext cx="18899981" cy="3476717"/>
          </a:xfrm>
        </p:spPr>
        <p:txBody>
          <a:bodyPr/>
          <a:lstStyle>
            <a:lvl1pPr marL="0" indent="0" algn="ctr">
              <a:buNone/>
              <a:defRPr sz="4961"/>
            </a:lvl1pPr>
            <a:lvl2pPr marL="944987" indent="0" algn="ctr">
              <a:buNone/>
              <a:defRPr sz="4134"/>
            </a:lvl2pPr>
            <a:lvl3pPr marL="1889973" indent="0" algn="ctr">
              <a:buNone/>
              <a:defRPr sz="3720"/>
            </a:lvl3pPr>
            <a:lvl4pPr marL="2834960" indent="0" algn="ctr">
              <a:buNone/>
              <a:defRPr sz="3307"/>
            </a:lvl4pPr>
            <a:lvl5pPr marL="3779947" indent="0" algn="ctr">
              <a:buNone/>
              <a:defRPr sz="3307"/>
            </a:lvl5pPr>
            <a:lvl6pPr marL="4724933" indent="0" algn="ctr">
              <a:buNone/>
              <a:defRPr sz="3307"/>
            </a:lvl6pPr>
            <a:lvl7pPr marL="5669920" indent="0" algn="ctr">
              <a:buNone/>
              <a:defRPr sz="3307"/>
            </a:lvl7pPr>
            <a:lvl8pPr marL="6614907" indent="0" algn="ctr">
              <a:buNone/>
              <a:defRPr sz="3307"/>
            </a:lvl8pPr>
            <a:lvl9pPr marL="7559893" indent="0" algn="ctr">
              <a:buNone/>
              <a:defRPr sz="3307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D0E63-E010-B44E-AEE4-F550411C4BEB}" type="datetimeFigureOut">
              <a:rPr lang="de-DE" smtClean="0"/>
              <a:t>21.02.26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E25F-729D-0642-BEBE-FFACD8E423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912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D0E63-E010-B44E-AEE4-F550411C4BEB}" type="datetimeFigureOut">
              <a:rPr lang="de-DE" smtClean="0"/>
              <a:t>21.02.26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E25F-729D-0642-BEBE-FFACD8E423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0339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374" y="3590055"/>
            <a:ext cx="21734978" cy="5990088"/>
          </a:xfrm>
        </p:spPr>
        <p:txBody>
          <a:bodyPr anchor="b"/>
          <a:lstStyle>
            <a:lvl1pPr>
              <a:defRPr sz="1240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374" y="9636811"/>
            <a:ext cx="21734978" cy="3150046"/>
          </a:xfrm>
        </p:spPr>
        <p:txBody>
          <a:bodyPr/>
          <a:lstStyle>
            <a:lvl1pPr marL="0" indent="0">
              <a:buNone/>
              <a:defRPr sz="4961">
                <a:solidFill>
                  <a:schemeClr val="tx1">
                    <a:tint val="82000"/>
                  </a:schemeClr>
                </a:solidFill>
              </a:defRPr>
            </a:lvl1pPr>
            <a:lvl2pPr marL="944987" indent="0">
              <a:buNone/>
              <a:defRPr sz="4134">
                <a:solidFill>
                  <a:schemeClr val="tx1">
                    <a:tint val="82000"/>
                  </a:schemeClr>
                </a:solidFill>
              </a:defRPr>
            </a:lvl2pPr>
            <a:lvl3pPr marL="1889973" indent="0">
              <a:buNone/>
              <a:defRPr sz="3720">
                <a:solidFill>
                  <a:schemeClr val="tx1">
                    <a:tint val="82000"/>
                  </a:schemeClr>
                </a:solidFill>
              </a:defRPr>
            </a:lvl3pPr>
            <a:lvl4pPr marL="2834960" indent="0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4pPr>
            <a:lvl5pPr marL="3779947" indent="0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5pPr>
            <a:lvl6pPr marL="4724933" indent="0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6pPr>
            <a:lvl7pPr marL="5669920" indent="0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7pPr>
            <a:lvl8pPr marL="6614907" indent="0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8pPr>
            <a:lvl9pPr marL="7559893" indent="0">
              <a:buNone/>
              <a:defRPr sz="330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D0E63-E010-B44E-AEE4-F550411C4BEB}" type="datetimeFigureOut">
              <a:rPr lang="de-DE" smtClean="0"/>
              <a:t>21.02.26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E25F-729D-0642-BEBE-FFACD8E423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8018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98" y="3833390"/>
            <a:ext cx="10709989" cy="913680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7488" y="3833390"/>
            <a:ext cx="10709989" cy="913680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D0E63-E010-B44E-AEE4-F550411C4BEB}" type="datetimeFigureOut">
              <a:rPr lang="de-DE" smtClean="0"/>
              <a:t>21.02.26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E25F-729D-0642-BEBE-FFACD8E423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0217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1" y="766679"/>
            <a:ext cx="21734978" cy="278337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781" y="3530053"/>
            <a:ext cx="10660770" cy="1730025"/>
          </a:xfrm>
        </p:spPr>
        <p:txBody>
          <a:bodyPr anchor="b"/>
          <a:lstStyle>
            <a:lvl1pPr marL="0" indent="0">
              <a:buNone/>
              <a:defRPr sz="4961" b="1"/>
            </a:lvl1pPr>
            <a:lvl2pPr marL="944987" indent="0">
              <a:buNone/>
              <a:defRPr sz="4134" b="1"/>
            </a:lvl2pPr>
            <a:lvl3pPr marL="1889973" indent="0">
              <a:buNone/>
              <a:defRPr sz="3720" b="1"/>
            </a:lvl3pPr>
            <a:lvl4pPr marL="2834960" indent="0">
              <a:buNone/>
              <a:defRPr sz="3307" b="1"/>
            </a:lvl4pPr>
            <a:lvl5pPr marL="3779947" indent="0">
              <a:buNone/>
              <a:defRPr sz="3307" b="1"/>
            </a:lvl5pPr>
            <a:lvl6pPr marL="4724933" indent="0">
              <a:buNone/>
              <a:defRPr sz="3307" b="1"/>
            </a:lvl6pPr>
            <a:lvl7pPr marL="5669920" indent="0">
              <a:buNone/>
              <a:defRPr sz="3307" b="1"/>
            </a:lvl7pPr>
            <a:lvl8pPr marL="6614907" indent="0">
              <a:buNone/>
              <a:defRPr sz="3307" b="1"/>
            </a:lvl8pPr>
            <a:lvl9pPr marL="7559893" indent="0">
              <a:buNone/>
              <a:defRPr sz="3307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781" y="5260078"/>
            <a:ext cx="10660770" cy="773678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7487" y="3530053"/>
            <a:ext cx="10713272" cy="1730025"/>
          </a:xfrm>
        </p:spPr>
        <p:txBody>
          <a:bodyPr anchor="b"/>
          <a:lstStyle>
            <a:lvl1pPr marL="0" indent="0">
              <a:buNone/>
              <a:defRPr sz="4961" b="1"/>
            </a:lvl1pPr>
            <a:lvl2pPr marL="944987" indent="0">
              <a:buNone/>
              <a:defRPr sz="4134" b="1"/>
            </a:lvl2pPr>
            <a:lvl3pPr marL="1889973" indent="0">
              <a:buNone/>
              <a:defRPr sz="3720" b="1"/>
            </a:lvl3pPr>
            <a:lvl4pPr marL="2834960" indent="0">
              <a:buNone/>
              <a:defRPr sz="3307" b="1"/>
            </a:lvl4pPr>
            <a:lvl5pPr marL="3779947" indent="0">
              <a:buNone/>
              <a:defRPr sz="3307" b="1"/>
            </a:lvl5pPr>
            <a:lvl6pPr marL="4724933" indent="0">
              <a:buNone/>
              <a:defRPr sz="3307" b="1"/>
            </a:lvl6pPr>
            <a:lvl7pPr marL="5669920" indent="0">
              <a:buNone/>
              <a:defRPr sz="3307" b="1"/>
            </a:lvl7pPr>
            <a:lvl8pPr marL="6614907" indent="0">
              <a:buNone/>
              <a:defRPr sz="3307" b="1"/>
            </a:lvl8pPr>
            <a:lvl9pPr marL="7559893" indent="0">
              <a:buNone/>
              <a:defRPr sz="3307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7487" y="5260078"/>
            <a:ext cx="10713272" cy="773678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D0E63-E010-B44E-AEE4-F550411C4BEB}" type="datetimeFigureOut">
              <a:rPr lang="de-DE" smtClean="0"/>
              <a:t>21.02.26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E25F-729D-0642-BEBE-FFACD8E423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9560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D0E63-E010-B44E-AEE4-F550411C4BEB}" type="datetimeFigureOut">
              <a:rPr lang="de-DE" smtClean="0"/>
              <a:t>21.02.26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E25F-729D-0642-BEBE-FFACD8E423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8252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D0E63-E010-B44E-AEE4-F550411C4BEB}" type="datetimeFigureOut">
              <a:rPr lang="de-DE" smtClean="0"/>
              <a:t>21.02.26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E25F-729D-0642-BEBE-FFACD8E423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0491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2" y="960014"/>
            <a:ext cx="8127647" cy="3360050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272" y="2073365"/>
            <a:ext cx="12757487" cy="10233485"/>
          </a:xfrm>
        </p:spPr>
        <p:txBody>
          <a:bodyPr/>
          <a:lstStyle>
            <a:lvl1pPr>
              <a:defRPr sz="6614"/>
            </a:lvl1pPr>
            <a:lvl2pPr>
              <a:defRPr sz="5787"/>
            </a:lvl2pPr>
            <a:lvl3pPr>
              <a:defRPr sz="4961"/>
            </a:lvl3pPr>
            <a:lvl4pPr>
              <a:defRPr sz="4134"/>
            </a:lvl4pPr>
            <a:lvl5pPr>
              <a:defRPr sz="4134"/>
            </a:lvl5pPr>
            <a:lvl6pPr>
              <a:defRPr sz="4134"/>
            </a:lvl6pPr>
            <a:lvl7pPr>
              <a:defRPr sz="4134"/>
            </a:lvl7pPr>
            <a:lvl8pPr>
              <a:defRPr sz="4134"/>
            </a:lvl8pPr>
            <a:lvl9pPr>
              <a:defRPr sz="4134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2" y="4320064"/>
            <a:ext cx="8127647" cy="8003453"/>
          </a:xfrm>
        </p:spPr>
        <p:txBody>
          <a:bodyPr/>
          <a:lstStyle>
            <a:lvl1pPr marL="0" indent="0">
              <a:buNone/>
              <a:defRPr sz="3307"/>
            </a:lvl1pPr>
            <a:lvl2pPr marL="944987" indent="0">
              <a:buNone/>
              <a:defRPr sz="2894"/>
            </a:lvl2pPr>
            <a:lvl3pPr marL="1889973" indent="0">
              <a:buNone/>
              <a:defRPr sz="2480"/>
            </a:lvl3pPr>
            <a:lvl4pPr marL="2834960" indent="0">
              <a:buNone/>
              <a:defRPr sz="2067"/>
            </a:lvl4pPr>
            <a:lvl5pPr marL="3779947" indent="0">
              <a:buNone/>
              <a:defRPr sz="2067"/>
            </a:lvl5pPr>
            <a:lvl6pPr marL="4724933" indent="0">
              <a:buNone/>
              <a:defRPr sz="2067"/>
            </a:lvl6pPr>
            <a:lvl7pPr marL="5669920" indent="0">
              <a:buNone/>
              <a:defRPr sz="2067"/>
            </a:lvl7pPr>
            <a:lvl8pPr marL="6614907" indent="0">
              <a:buNone/>
              <a:defRPr sz="2067"/>
            </a:lvl8pPr>
            <a:lvl9pPr marL="7559893" indent="0">
              <a:buNone/>
              <a:defRPr sz="206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D0E63-E010-B44E-AEE4-F550411C4BEB}" type="datetimeFigureOut">
              <a:rPr lang="de-DE" smtClean="0"/>
              <a:t>21.02.26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E25F-729D-0642-BEBE-FFACD8E423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2440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2" y="960014"/>
            <a:ext cx="8127647" cy="3360050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3272" y="2073365"/>
            <a:ext cx="12757487" cy="10233485"/>
          </a:xfrm>
        </p:spPr>
        <p:txBody>
          <a:bodyPr anchor="t"/>
          <a:lstStyle>
            <a:lvl1pPr marL="0" indent="0">
              <a:buNone/>
              <a:defRPr sz="6614"/>
            </a:lvl1pPr>
            <a:lvl2pPr marL="944987" indent="0">
              <a:buNone/>
              <a:defRPr sz="5787"/>
            </a:lvl2pPr>
            <a:lvl3pPr marL="1889973" indent="0">
              <a:buNone/>
              <a:defRPr sz="4961"/>
            </a:lvl3pPr>
            <a:lvl4pPr marL="2834960" indent="0">
              <a:buNone/>
              <a:defRPr sz="4134"/>
            </a:lvl4pPr>
            <a:lvl5pPr marL="3779947" indent="0">
              <a:buNone/>
              <a:defRPr sz="4134"/>
            </a:lvl5pPr>
            <a:lvl6pPr marL="4724933" indent="0">
              <a:buNone/>
              <a:defRPr sz="4134"/>
            </a:lvl6pPr>
            <a:lvl7pPr marL="5669920" indent="0">
              <a:buNone/>
              <a:defRPr sz="4134"/>
            </a:lvl7pPr>
            <a:lvl8pPr marL="6614907" indent="0">
              <a:buNone/>
              <a:defRPr sz="4134"/>
            </a:lvl8pPr>
            <a:lvl9pPr marL="7559893" indent="0">
              <a:buNone/>
              <a:defRPr sz="4134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2" y="4320064"/>
            <a:ext cx="8127647" cy="8003453"/>
          </a:xfrm>
        </p:spPr>
        <p:txBody>
          <a:bodyPr/>
          <a:lstStyle>
            <a:lvl1pPr marL="0" indent="0">
              <a:buNone/>
              <a:defRPr sz="3307"/>
            </a:lvl1pPr>
            <a:lvl2pPr marL="944987" indent="0">
              <a:buNone/>
              <a:defRPr sz="2894"/>
            </a:lvl2pPr>
            <a:lvl3pPr marL="1889973" indent="0">
              <a:buNone/>
              <a:defRPr sz="2480"/>
            </a:lvl3pPr>
            <a:lvl4pPr marL="2834960" indent="0">
              <a:buNone/>
              <a:defRPr sz="2067"/>
            </a:lvl4pPr>
            <a:lvl5pPr marL="3779947" indent="0">
              <a:buNone/>
              <a:defRPr sz="2067"/>
            </a:lvl5pPr>
            <a:lvl6pPr marL="4724933" indent="0">
              <a:buNone/>
              <a:defRPr sz="2067"/>
            </a:lvl6pPr>
            <a:lvl7pPr marL="5669920" indent="0">
              <a:buNone/>
              <a:defRPr sz="2067"/>
            </a:lvl7pPr>
            <a:lvl8pPr marL="6614907" indent="0">
              <a:buNone/>
              <a:defRPr sz="2067"/>
            </a:lvl8pPr>
            <a:lvl9pPr marL="7559893" indent="0">
              <a:buNone/>
              <a:defRPr sz="206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D0E63-E010-B44E-AEE4-F550411C4BEB}" type="datetimeFigureOut">
              <a:rPr lang="de-DE" smtClean="0"/>
              <a:t>21.02.26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E25F-729D-0642-BEBE-FFACD8E423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3040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D0E63-E010-B44E-AEE4-F550411C4BEB}" type="datetimeFigureOut">
              <a:rPr lang="de-DE" smtClean="0"/>
              <a:t>21.02.26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E25F-729D-0642-BEBE-FFACD8E423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8103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3732" y="766678"/>
            <a:ext cx="5433745" cy="1220351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498" y="766678"/>
            <a:ext cx="15986234" cy="1220351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D0E63-E010-B44E-AEE4-F550411C4BEB}" type="datetimeFigureOut">
              <a:rPr lang="de-DE" smtClean="0"/>
              <a:t>21.02.26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7E25F-729D-0642-BEBE-FFACD8E423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0737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499" y="766679"/>
            <a:ext cx="21734978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99" y="3833390"/>
            <a:ext cx="21734978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13346865"/>
            <a:ext cx="566999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AD0E63-E010-B44E-AEE4-F550411C4BEB}" type="datetimeFigureOut">
              <a:rPr lang="de-DE" smtClean="0"/>
              <a:t>21.02.26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2" y="13346865"/>
            <a:ext cx="8504992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3" y="13346865"/>
            <a:ext cx="566999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A7E25F-729D-0642-BEBE-FFACD8E423E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8401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889973" rtl="0" eaLnBrk="1" latinLnBrk="0" hangingPunct="1">
        <a:lnSpc>
          <a:spcPct val="90000"/>
        </a:lnSpc>
        <a:spcBef>
          <a:spcPct val="0"/>
        </a:spcBef>
        <a:buNone/>
        <a:defRPr sz="90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72493" indent="-472493" algn="l" defTabSz="1889973" rtl="0" eaLnBrk="1" latinLnBrk="0" hangingPunct="1">
        <a:lnSpc>
          <a:spcPct val="90000"/>
        </a:lnSpc>
        <a:spcBef>
          <a:spcPts val="2067"/>
        </a:spcBef>
        <a:buFont typeface="Arial" panose="020B0604020202020204" pitchFamily="34" charset="0"/>
        <a:buChar char="•"/>
        <a:defRPr sz="5787" kern="1200">
          <a:solidFill>
            <a:schemeClr val="tx1"/>
          </a:solidFill>
          <a:latin typeface="+mn-lt"/>
          <a:ea typeface="+mn-ea"/>
          <a:cs typeface="+mn-cs"/>
        </a:defRPr>
      </a:lvl1pPr>
      <a:lvl2pPr marL="1417480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2pPr>
      <a:lvl3pPr marL="2362467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4134" kern="1200">
          <a:solidFill>
            <a:schemeClr val="tx1"/>
          </a:solidFill>
          <a:latin typeface="+mn-lt"/>
          <a:ea typeface="+mn-ea"/>
          <a:cs typeface="+mn-cs"/>
        </a:defRPr>
      </a:lvl3pPr>
      <a:lvl4pPr marL="3307453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4pPr>
      <a:lvl5pPr marL="4252440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5pPr>
      <a:lvl6pPr marL="5197427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6pPr>
      <a:lvl7pPr marL="6142413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7pPr>
      <a:lvl8pPr marL="7087400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8pPr>
      <a:lvl9pPr marL="8032387" indent="-472493" algn="l" defTabSz="1889973" rtl="0" eaLnBrk="1" latinLnBrk="0" hangingPunct="1">
        <a:lnSpc>
          <a:spcPct val="90000"/>
        </a:lnSpc>
        <a:spcBef>
          <a:spcPts val="1033"/>
        </a:spcBef>
        <a:buFont typeface="Arial" panose="020B0604020202020204" pitchFamily="34" charset="0"/>
        <a:buChar char="•"/>
        <a:defRPr sz="3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1pPr>
      <a:lvl2pPr marL="944987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2pPr>
      <a:lvl3pPr marL="1889973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3pPr>
      <a:lvl4pPr marL="2834960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4pPr>
      <a:lvl5pPr marL="3779947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5pPr>
      <a:lvl6pPr marL="4724933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6pPr>
      <a:lvl7pPr marL="5669920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7pPr>
      <a:lvl8pPr marL="6614907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8pPr>
      <a:lvl9pPr marL="7559893" algn="l" defTabSz="1889973" rtl="0" eaLnBrk="1" latinLnBrk="0" hangingPunct="1">
        <a:defRPr sz="3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0B03045A-2D48-3838-DF08-630AA31704FA}"/>
              </a:ext>
            </a:extLst>
          </p:cNvPr>
          <p:cNvSpPr/>
          <p:nvPr/>
        </p:nvSpPr>
        <p:spPr>
          <a:xfrm>
            <a:off x="1529610" y="2593079"/>
            <a:ext cx="13892940" cy="4607027"/>
          </a:xfrm>
          <a:prstGeom prst="roundRect">
            <a:avLst>
              <a:gd name="adj" fmla="val 3928"/>
            </a:avLst>
          </a:prstGeom>
          <a:solidFill>
            <a:srgbClr val="FEFEFE"/>
          </a:solidFill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32" name="Abgerundetes Rechteck 31">
            <a:extLst>
              <a:ext uri="{FF2B5EF4-FFF2-40B4-BE49-F238E27FC236}">
                <a16:creationId xmlns:a16="http://schemas.microsoft.com/office/drawing/2014/main" id="{F9680EC8-D799-FCC8-28BB-51F438FAF981}"/>
              </a:ext>
            </a:extLst>
          </p:cNvPr>
          <p:cNvSpPr/>
          <p:nvPr/>
        </p:nvSpPr>
        <p:spPr>
          <a:xfrm>
            <a:off x="11559447" y="2762932"/>
            <a:ext cx="3705573" cy="4266403"/>
          </a:xfrm>
          <a:prstGeom prst="roundRect">
            <a:avLst>
              <a:gd name="adj" fmla="val 3928"/>
            </a:avLst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7030A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D4954202-516F-D18F-55F6-BC6219CF8F7C}"/>
              </a:ext>
            </a:extLst>
          </p:cNvPr>
          <p:cNvSpPr/>
          <p:nvPr/>
        </p:nvSpPr>
        <p:spPr>
          <a:xfrm>
            <a:off x="1529609" y="894439"/>
            <a:ext cx="3017176" cy="1272619"/>
          </a:xfrm>
          <a:prstGeom prst="roundRect">
            <a:avLst>
              <a:gd name="adj" fmla="val 5730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noProof="1">
                <a:solidFill>
                  <a:schemeClr val="tx1"/>
                </a:solidFill>
                <a:latin typeface="Inter 18pt 18pt" panose="02000503000000020004" pitchFamily="2" charset="0"/>
                <a:ea typeface="Inter 18pt 18pt" panose="02000503000000020004" pitchFamily="2" charset="0"/>
                <a:cs typeface="Times New Roman" panose="02020603050405020304" pitchFamily="18" charset="0"/>
              </a:rPr>
              <a:t>💬</a:t>
            </a:r>
          </a:p>
          <a:p>
            <a:pPr algn="ctr"/>
            <a:r>
              <a:rPr lang="en-GB" b="1" noProof="1">
                <a:solidFill>
                  <a:schemeClr val="tx1"/>
                </a:solidFill>
                <a:latin typeface="Inter 18pt 18pt" panose="02000503000000020004" pitchFamily="2" charset="0"/>
                <a:ea typeface="Inter 18pt 18pt" panose="02000503000000020004" pitchFamily="2" charset="0"/>
                <a:cs typeface="Times New Roman" panose="02020603050405020304" pitchFamily="18" charset="0"/>
              </a:rPr>
              <a:t>Query</a:t>
            </a:r>
          </a:p>
          <a:p>
            <a:pPr algn="ctr"/>
            <a:r>
              <a:rPr lang="en-GB" sz="1300" i="1" noProof="1">
                <a:solidFill>
                  <a:schemeClr val="tx1">
                    <a:lumMod val="65000"/>
                    <a:lumOff val="35000"/>
                  </a:schemeClr>
                </a:solidFill>
                <a:latin typeface="Inter 18pt 18pt" panose="02000503000000020004" pitchFamily="2" charset="0"/>
                <a:ea typeface="Inter 18pt 18pt" panose="02000503000000020004" pitchFamily="2" charset="0"/>
                <a:cs typeface="Times New Roman" panose="02020603050405020304" pitchFamily="18" charset="0"/>
              </a:rPr>
              <a:t>e.g. “restaurant customer reviews”</a:t>
            </a:r>
          </a:p>
        </p:txBody>
      </p: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167981FA-7EA6-4755-EF38-744E2E57F2AF}"/>
              </a:ext>
            </a:extLst>
          </p:cNvPr>
          <p:cNvSpPr/>
          <p:nvPr/>
        </p:nvSpPr>
        <p:spPr>
          <a:xfrm>
            <a:off x="5155474" y="894438"/>
            <a:ext cx="3017176" cy="1272620"/>
          </a:xfrm>
          <a:prstGeom prst="roundRect">
            <a:avLst>
              <a:gd name="adj" fmla="val 573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noProof="1">
                <a:solidFill>
                  <a:schemeClr val="tx1"/>
                </a:solidFill>
                <a:latin typeface="Inter 18pt 18pt" panose="02000503000000020004" pitchFamily="2" charset="0"/>
                <a:ea typeface="Inter 18pt 18pt" panose="02000503000000020004" pitchFamily="2" charset="0"/>
                <a:cs typeface="Times New Roman" panose="02020603050405020304" pitchFamily="18" charset="0"/>
              </a:rPr>
              <a:t>✍️</a:t>
            </a:r>
          </a:p>
          <a:p>
            <a:pPr algn="ctr"/>
            <a:r>
              <a:rPr lang="en-GB" b="1" noProof="1">
                <a:solidFill>
                  <a:schemeClr val="tx1"/>
                </a:solidFill>
                <a:latin typeface="Inter 18pt 18pt" panose="02000503000000020004" pitchFamily="2" charset="0"/>
                <a:ea typeface="Inter 18pt 18pt" panose="02000503000000020004" pitchFamily="2" charset="0"/>
                <a:cs typeface="Times New Roman" panose="02020603050405020304" pitchFamily="18" charset="0"/>
              </a:rPr>
              <a:t>AGENT</a:t>
            </a:r>
          </a:p>
          <a:p>
            <a:pPr algn="ctr"/>
            <a:r>
              <a:rPr lang="en-GB" i="1" noProof="1">
                <a:solidFill>
                  <a:schemeClr val="tx1">
                    <a:lumMod val="65000"/>
                    <a:lumOff val="35000"/>
                  </a:schemeClr>
                </a:solidFill>
                <a:latin typeface="Inter 18pt 18pt" panose="02000503000000020004" pitchFamily="2" charset="0"/>
                <a:ea typeface="Inter 18pt 18pt" panose="02000503000000020004" pitchFamily="2" charset="0"/>
                <a:cs typeface="Times New Roman" panose="02020603050405020304" pitchFamily="18" charset="0"/>
              </a:rPr>
              <a:t>Improve search query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D11758E1-7473-FDB3-54F8-115AF48C920E}"/>
              </a:ext>
            </a:extLst>
          </p:cNvPr>
          <p:cNvSpPr/>
          <p:nvPr/>
        </p:nvSpPr>
        <p:spPr>
          <a:xfrm>
            <a:off x="8781339" y="893060"/>
            <a:ext cx="3017177" cy="1272620"/>
          </a:xfrm>
          <a:prstGeom prst="roundRect">
            <a:avLst>
              <a:gd name="adj" fmla="val 573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b="1" noProof="1">
              <a:solidFill>
                <a:schemeClr val="tx1"/>
              </a:solidFill>
              <a:latin typeface="Inter 18pt 18pt" panose="02000503000000020004" pitchFamily="2" charset="0"/>
              <a:ea typeface="Inter 18pt 18pt" panose="02000503000000020004" pitchFamily="2" charset="0"/>
              <a:cs typeface="Times New Roman" panose="02020603050405020304" pitchFamily="18" charset="0"/>
            </a:endParaRPr>
          </a:p>
          <a:p>
            <a:pPr algn="ctr"/>
            <a:r>
              <a:rPr lang="en-GB" b="1" noProof="1">
                <a:solidFill>
                  <a:schemeClr val="tx1"/>
                </a:solidFill>
                <a:latin typeface="Inter 18pt 18pt" panose="02000503000000020004" pitchFamily="2" charset="0"/>
                <a:ea typeface="Inter 18pt 18pt" panose="02000503000000020004" pitchFamily="2" charset="0"/>
                <a:cs typeface="Times New Roman" panose="02020603050405020304" pitchFamily="18" charset="0"/>
              </a:rPr>
              <a:t>DuckDuck Go</a:t>
            </a:r>
            <a:endParaRPr lang="en-GB" noProof="1">
              <a:solidFill>
                <a:schemeClr val="tx1"/>
              </a:solidFill>
              <a:latin typeface="Inter 18pt 18pt" panose="02000503000000020004" pitchFamily="2" charset="0"/>
              <a:ea typeface="Inter 18pt 18pt" panose="02000503000000020004" pitchFamily="2" charset="0"/>
              <a:cs typeface="Times New Roman" panose="02020603050405020304" pitchFamily="18" charset="0"/>
            </a:endParaRPr>
          </a:p>
          <a:p>
            <a:pPr algn="ctr"/>
            <a:r>
              <a:rPr lang="en-GB" noProof="1">
                <a:solidFill>
                  <a:schemeClr val="tx1">
                    <a:lumMod val="65000"/>
                    <a:lumOff val="35000"/>
                  </a:schemeClr>
                </a:solidFill>
                <a:latin typeface="Inter 18pt 18pt" panose="02000503000000020004" pitchFamily="2" charset="0"/>
                <a:ea typeface="Inter 18pt 18pt" panose="02000503000000020004" pitchFamily="2" charset="0"/>
                <a:cs typeface="Times New Roman" panose="02020603050405020304" pitchFamily="18" charset="0"/>
              </a:rPr>
              <a:t>Search Engine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853AA2BA-FA6D-E418-B1FB-D3986E4E32A7}"/>
              </a:ext>
            </a:extLst>
          </p:cNvPr>
          <p:cNvSpPr/>
          <p:nvPr/>
        </p:nvSpPr>
        <p:spPr>
          <a:xfrm>
            <a:off x="12405374" y="889029"/>
            <a:ext cx="3017175" cy="1272619"/>
          </a:xfrm>
          <a:prstGeom prst="roundRect">
            <a:avLst>
              <a:gd name="adj" fmla="val 5730"/>
            </a:avLst>
          </a:prstGeom>
          <a:solidFill>
            <a:srgbClr val="DAEAD6"/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noProof="1">
                <a:solidFill>
                  <a:schemeClr val="tx1"/>
                </a:solidFill>
                <a:latin typeface="Inter 18pt 18pt" panose="02000503000000020004" pitchFamily="2" charset="0"/>
                <a:ea typeface="Inter 18pt 18pt" panose="02000503000000020004" pitchFamily="2" charset="0"/>
                <a:cs typeface="Times New Roman" panose="02020603050405020304" pitchFamily="18" charset="0"/>
              </a:rPr>
              <a:t>📃</a:t>
            </a:r>
          </a:p>
          <a:p>
            <a:pPr algn="ctr"/>
            <a:r>
              <a:rPr lang="en-GB" b="1" noProof="1">
                <a:solidFill>
                  <a:schemeClr val="tx1"/>
                </a:solidFill>
                <a:latin typeface="Inter 18pt 18pt" panose="02000503000000020004" pitchFamily="2" charset="0"/>
                <a:ea typeface="Inter 18pt 18pt" panose="02000503000000020004" pitchFamily="2" charset="0"/>
                <a:cs typeface="Times New Roman" panose="02020603050405020304" pitchFamily="18" charset="0"/>
              </a:rPr>
              <a:t>Search Engine Results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BFADE11A-F2E7-70A7-1860-4FBDA2ABE5F1}"/>
              </a:ext>
            </a:extLst>
          </p:cNvPr>
          <p:cNvSpPr/>
          <p:nvPr/>
        </p:nvSpPr>
        <p:spPr>
          <a:xfrm>
            <a:off x="7162628" y="3472571"/>
            <a:ext cx="3017177" cy="1272620"/>
          </a:xfrm>
          <a:prstGeom prst="roundRect">
            <a:avLst>
              <a:gd name="adj" fmla="val 573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noProof="1">
                <a:solidFill>
                  <a:schemeClr val="tx1"/>
                </a:solidFill>
                <a:latin typeface="Inter 18pt 18pt" panose="02000503000000020004" pitchFamily="2" charset="0"/>
                <a:ea typeface="Inter 18pt 18pt" panose="02000503000000020004" pitchFamily="2" charset="0"/>
                <a:cs typeface="Times New Roman" panose="02020603050405020304" pitchFamily="18" charset="0"/>
              </a:rPr>
              <a:t>🕵🏼‍♂️</a:t>
            </a:r>
          </a:p>
          <a:p>
            <a:pPr algn="ctr"/>
            <a:r>
              <a:rPr lang="en-GB" b="1" noProof="1">
                <a:solidFill>
                  <a:schemeClr val="tx1"/>
                </a:solidFill>
                <a:latin typeface="Inter 18pt 18pt" panose="02000503000000020004" pitchFamily="2" charset="0"/>
                <a:ea typeface="Inter 18pt 18pt" panose="02000503000000020004" pitchFamily="2" charset="0"/>
                <a:cs typeface="Times New Roman" panose="02020603050405020304" pitchFamily="18" charset="0"/>
              </a:rPr>
              <a:t>AGENT</a:t>
            </a:r>
            <a:endParaRPr lang="en-GB" noProof="1">
              <a:solidFill>
                <a:schemeClr val="tx1"/>
              </a:solidFill>
              <a:latin typeface="Inter 18pt 18pt" panose="02000503000000020004" pitchFamily="2" charset="0"/>
              <a:ea typeface="Inter 18pt 18pt" panose="02000503000000020004" pitchFamily="2" charset="0"/>
              <a:cs typeface="Times New Roman" panose="02020603050405020304" pitchFamily="18" charset="0"/>
            </a:endParaRPr>
          </a:p>
          <a:p>
            <a:pPr algn="ctr"/>
            <a:r>
              <a:rPr lang="en-GB" i="1" noProof="1">
                <a:solidFill>
                  <a:schemeClr val="tx1">
                    <a:lumMod val="65000"/>
                    <a:lumOff val="35000"/>
                  </a:schemeClr>
                </a:solidFill>
                <a:latin typeface="Inter 18pt 18pt" panose="02000503000000020004" pitchFamily="2" charset="0"/>
                <a:ea typeface="Inter 18pt 18pt" panose="02000503000000020004" pitchFamily="2" charset="0"/>
                <a:cs typeface="Times New Roman" panose="02020603050405020304" pitchFamily="18" charset="0"/>
              </a:rPr>
              <a:t>Extract reviews page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AD0B0CA5-6B34-1253-317E-EB84EF8C9961}"/>
              </a:ext>
            </a:extLst>
          </p:cNvPr>
          <p:cNvSpPr/>
          <p:nvPr/>
        </p:nvSpPr>
        <p:spPr>
          <a:xfrm>
            <a:off x="2120737" y="3468674"/>
            <a:ext cx="3017176" cy="1272619"/>
          </a:xfrm>
          <a:prstGeom prst="roundRect">
            <a:avLst>
              <a:gd name="adj" fmla="val 573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noProof="1">
                <a:solidFill>
                  <a:schemeClr val="tx1"/>
                </a:solidFill>
                <a:latin typeface="Inter 18pt 18pt" panose="02000503000000020004" pitchFamily="2" charset="0"/>
                <a:ea typeface="Inter 18pt 18pt" panose="02000503000000020004" pitchFamily="2" charset="0"/>
                <a:cs typeface="Times New Roman" panose="02020603050405020304" pitchFamily="18" charset="0"/>
              </a:rPr>
              <a:t>🕵🏻‍♀️</a:t>
            </a:r>
          </a:p>
          <a:p>
            <a:pPr algn="ctr"/>
            <a:r>
              <a:rPr lang="en-GB" b="1" noProof="1">
                <a:solidFill>
                  <a:schemeClr val="tx1"/>
                </a:solidFill>
                <a:latin typeface="Inter 18pt 18pt" panose="02000503000000020004" pitchFamily="2" charset="0"/>
                <a:ea typeface="Inter 18pt 18pt" panose="02000503000000020004" pitchFamily="2" charset="0"/>
                <a:cs typeface="Times New Roman" panose="02020603050405020304" pitchFamily="18" charset="0"/>
              </a:rPr>
              <a:t>AGENT</a:t>
            </a:r>
            <a:endParaRPr lang="en-GB" noProof="1">
              <a:solidFill>
                <a:schemeClr val="tx1"/>
              </a:solidFill>
              <a:latin typeface="Inter 18pt 18pt" panose="02000503000000020004" pitchFamily="2" charset="0"/>
              <a:ea typeface="Inter 18pt 18pt" panose="02000503000000020004" pitchFamily="2" charset="0"/>
              <a:cs typeface="Times New Roman" panose="02020603050405020304" pitchFamily="18" charset="0"/>
            </a:endParaRPr>
          </a:p>
          <a:p>
            <a:pPr algn="ctr"/>
            <a:r>
              <a:rPr lang="en-GB" i="1" noProof="1">
                <a:solidFill>
                  <a:schemeClr val="tx1">
                    <a:lumMod val="65000"/>
                    <a:lumOff val="35000"/>
                  </a:schemeClr>
                </a:solidFill>
                <a:latin typeface="Inter 18pt 18pt" panose="02000503000000020004" pitchFamily="2" charset="0"/>
                <a:ea typeface="Inter 18pt 18pt" panose="02000503000000020004" pitchFamily="2" charset="0"/>
                <a:cs typeface="Times New Roman" panose="02020603050405020304" pitchFamily="18" charset="0"/>
              </a:rPr>
              <a:t>Review page relevance </a:t>
            </a:r>
          </a:p>
        </p:txBody>
      </p:sp>
      <p:sp>
        <p:nvSpPr>
          <p:cNvPr id="11" name="Abgerundetes Rechteck 10">
            <a:extLst>
              <a:ext uri="{FF2B5EF4-FFF2-40B4-BE49-F238E27FC236}">
                <a16:creationId xmlns:a16="http://schemas.microsoft.com/office/drawing/2014/main" id="{513D6888-5AA4-DA26-185D-C563310D3774}"/>
              </a:ext>
            </a:extLst>
          </p:cNvPr>
          <p:cNvSpPr/>
          <p:nvPr/>
        </p:nvSpPr>
        <p:spPr>
          <a:xfrm>
            <a:off x="11903645" y="3468673"/>
            <a:ext cx="3017177" cy="1272619"/>
          </a:xfrm>
          <a:prstGeom prst="roundRect">
            <a:avLst>
              <a:gd name="adj" fmla="val 5730"/>
            </a:avLst>
          </a:prstGeom>
          <a:solidFill>
            <a:srgbClr val="FFF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noProof="1">
                <a:solidFill>
                  <a:schemeClr val="tx1"/>
                </a:solidFill>
                <a:latin typeface="Inter 18pt 18pt" panose="02000503000000020004" pitchFamily="2" charset="0"/>
                <a:ea typeface="Inter 18pt 18pt" panose="02000503000000020004" pitchFamily="2" charset="0"/>
                <a:cs typeface="Times New Roman" panose="02020603050405020304" pitchFamily="18" charset="0"/>
              </a:rPr>
              <a:t>👷🏻</a:t>
            </a:r>
          </a:p>
          <a:p>
            <a:pPr algn="ctr"/>
            <a:r>
              <a:rPr lang="en-GB" b="1" noProof="1">
                <a:solidFill>
                  <a:schemeClr val="tx1"/>
                </a:solidFill>
                <a:latin typeface="Inter 18pt 18pt" panose="02000503000000020004" pitchFamily="2" charset="0"/>
                <a:ea typeface="Inter 18pt 18pt" panose="02000503000000020004" pitchFamily="2" charset="0"/>
                <a:cs typeface="Times New Roman" panose="02020603050405020304" pitchFamily="18" charset="0"/>
              </a:rPr>
              <a:t>AGENT</a:t>
            </a:r>
            <a:endParaRPr lang="en-GB" noProof="1">
              <a:solidFill>
                <a:schemeClr val="tx1"/>
              </a:solidFill>
              <a:latin typeface="Inter 18pt 18pt" panose="02000503000000020004" pitchFamily="2" charset="0"/>
              <a:ea typeface="Inter 18pt 18pt" panose="02000503000000020004" pitchFamily="2" charset="0"/>
              <a:cs typeface="Times New Roman" panose="02020603050405020304" pitchFamily="18" charset="0"/>
            </a:endParaRPr>
          </a:p>
          <a:p>
            <a:pPr algn="ctr"/>
            <a:r>
              <a:rPr lang="en-GB" sz="1700" i="1" noProof="1">
                <a:solidFill>
                  <a:schemeClr val="tx1">
                    <a:lumMod val="65000"/>
                    <a:lumOff val="35000"/>
                  </a:schemeClr>
                </a:solidFill>
                <a:latin typeface="Inter 18pt 18pt" panose="02000503000000020004" pitchFamily="2" charset="0"/>
                <a:ea typeface="Inter 18pt 18pt" panose="02000503000000020004" pitchFamily="2" charset="0"/>
                <a:cs typeface="Times New Roman" panose="02020603050405020304" pitchFamily="18" charset="0"/>
              </a:rPr>
              <a:t>Repair incomplete reviews</a:t>
            </a:r>
          </a:p>
        </p:txBody>
      </p:sp>
      <p:sp>
        <p:nvSpPr>
          <p:cNvPr id="12" name="Abgerundetes Rechteck 11">
            <a:extLst>
              <a:ext uri="{FF2B5EF4-FFF2-40B4-BE49-F238E27FC236}">
                <a16:creationId xmlns:a16="http://schemas.microsoft.com/office/drawing/2014/main" id="{76F198DE-38C2-B6F2-1863-3385D6A8FD4D}"/>
              </a:ext>
            </a:extLst>
          </p:cNvPr>
          <p:cNvSpPr/>
          <p:nvPr/>
        </p:nvSpPr>
        <p:spPr>
          <a:xfrm>
            <a:off x="11903644" y="5420309"/>
            <a:ext cx="3017177" cy="1272619"/>
          </a:xfrm>
          <a:prstGeom prst="roundRect">
            <a:avLst>
              <a:gd name="adj" fmla="val 5730"/>
            </a:avLst>
          </a:prstGeom>
          <a:solidFill>
            <a:srgbClr val="FFF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noProof="1">
                <a:solidFill>
                  <a:schemeClr val="tx1"/>
                </a:solidFill>
                <a:latin typeface="Inter 18pt 18pt" panose="02000503000000020004" pitchFamily="2" charset="0"/>
                <a:ea typeface="Inter 18pt 18pt" panose="02000503000000020004" pitchFamily="2" charset="0"/>
                <a:cs typeface="Times New Roman" panose="02020603050405020304" pitchFamily="18" charset="0"/>
              </a:rPr>
              <a:t>🧑🏻‍⚖️</a:t>
            </a:r>
          </a:p>
          <a:p>
            <a:pPr algn="ctr"/>
            <a:r>
              <a:rPr lang="en-GB" b="1" noProof="1">
                <a:solidFill>
                  <a:schemeClr val="tx1"/>
                </a:solidFill>
                <a:latin typeface="Inter 18pt 18pt" panose="02000503000000020004" pitchFamily="2" charset="0"/>
                <a:ea typeface="Inter 18pt 18pt" panose="02000503000000020004" pitchFamily="2" charset="0"/>
                <a:cs typeface="Times New Roman" panose="02020603050405020304" pitchFamily="18" charset="0"/>
              </a:rPr>
              <a:t>AGENT</a:t>
            </a:r>
            <a:endParaRPr lang="en-GB" noProof="1">
              <a:solidFill>
                <a:schemeClr val="tx1"/>
              </a:solidFill>
              <a:latin typeface="Inter 18pt 18pt" panose="02000503000000020004" pitchFamily="2" charset="0"/>
              <a:ea typeface="Inter 18pt 18pt" panose="02000503000000020004" pitchFamily="2" charset="0"/>
              <a:cs typeface="Times New Roman" panose="02020603050405020304" pitchFamily="18" charset="0"/>
            </a:endParaRPr>
          </a:p>
          <a:p>
            <a:pPr algn="ctr"/>
            <a:r>
              <a:rPr lang="en-GB" i="1" noProof="1">
                <a:solidFill>
                  <a:schemeClr val="tx1">
                    <a:lumMod val="65000"/>
                    <a:lumOff val="35000"/>
                  </a:schemeClr>
                </a:solidFill>
                <a:latin typeface="Inter 18pt 18pt" panose="02000503000000020004" pitchFamily="2" charset="0"/>
                <a:ea typeface="Inter 18pt 18pt" panose="02000503000000020004" pitchFamily="2" charset="0"/>
                <a:cs typeface="Times New Roman" panose="02020603050405020304" pitchFamily="18" charset="0"/>
              </a:rPr>
              <a:t>Review review relevance</a:t>
            </a:r>
          </a:p>
        </p:txBody>
      </p:sp>
      <p:sp>
        <p:nvSpPr>
          <p:cNvPr id="13" name="Abgerundetes Rechteck 12">
            <a:extLst>
              <a:ext uri="{FF2B5EF4-FFF2-40B4-BE49-F238E27FC236}">
                <a16:creationId xmlns:a16="http://schemas.microsoft.com/office/drawing/2014/main" id="{D415921C-43C0-22CD-0E71-3370CA566B98}"/>
              </a:ext>
            </a:extLst>
          </p:cNvPr>
          <p:cNvSpPr/>
          <p:nvPr/>
        </p:nvSpPr>
        <p:spPr>
          <a:xfrm>
            <a:off x="2120739" y="5420309"/>
            <a:ext cx="3017175" cy="1272620"/>
          </a:xfrm>
          <a:prstGeom prst="roundRect">
            <a:avLst>
              <a:gd name="adj" fmla="val 573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noProof="1">
                <a:solidFill>
                  <a:schemeClr val="tx1"/>
                </a:solidFill>
                <a:latin typeface="Inter 18pt 18pt" panose="02000503000000020004" pitchFamily="2" charset="0"/>
                <a:ea typeface="Inter 18pt 18pt" panose="02000503000000020004" pitchFamily="2" charset="0"/>
                <a:cs typeface="Times New Roman" panose="02020603050405020304" pitchFamily="18" charset="0"/>
              </a:rPr>
              <a:t>🕵️</a:t>
            </a:r>
          </a:p>
          <a:p>
            <a:pPr algn="ctr"/>
            <a:r>
              <a:rPr lang="en-GB" b="1" noProof="1">
                <a:solidFill>
                  <a:schemeClr val="tx1"/>
                </a:solidFill>
                <a:latin typeface="Inter 18pt 18pt" panose="02000503000000020004" pitchFamily="2" charset="0"/>
                <a:ea typeface="Inter 18pt 18pt" panose="02000503000000020004" pitchFamily="2" charset="0"/>
                <a:cs typeface="Times New Roman" panose="02020603050405020304" pitchFamily="18" charset="0"/>
              </a:rPr>
              <a:t>AGENT</a:t>
            </a:r>
            <a:endParaRPr lang="en-GB" noProof="1">
              <a:solidFill>
                <a:schemeClr val="tx1"/>
              </a:solidFill>
              <a:latin typeface="Inter 18pt 18pt" panose="02000503000000020004" pitchFamily="2" charset="0"/>
              <a:ea typeface="Inter 18pt 18pt" panose="02000503000000020004" pitchFamily="2" charset="0"/>
              <a:cs typeface="Times New Roman" panose="02020603050405020304" pitchFamily="18" charset="0"/>
            </a:endParaRPr>
          </a:p>
          <a:p>
            <a:pPr algn="ctr"/>
            <a:r>
              <a:rPr lang="en-GB" i="1" noProof="1">
                <a:solidFill>
                  <a:schemeClr val="tx1">
                    <a:lumMod val="65000"/>
                    <a:lumOff val="35000"/>
                  </a:schemeClr>
                </a:solidFill>
                <a:latin typeface="Inter 18pt 18pt" panose="02000503000000020004" pitchFamily="2" charset="0"/>
                <a:ea typeface="Inter 18pt 18pt" panose="02000503000000020004" pitchFamily="2" charset="0"/>
                <a:cs typeface="Times New Roman" panose="02020603050405020304" pitchFamily="18" charset="0"/>
              </a:rPr>
              <a:t>Extract pagination URLs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54BF1594-5F54-58D8-C2BB-8827DACF30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75313" y="949930"/>
            <a:ext cx="422184" cy="422184"/>
          </a:xfrm>
          <a:prstGeom prst="rect">
            <a:avLst/>
          </a:prstGeom>
        </p:spPr>
      </p:pic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67320BDF-78F0-0236-F538-82E01F7ABE6B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>
            <a:off x="3629325" y="4741293"/>
            <a:ext cx="2" cy="679016"/>
          </a:xfrm>
          <a:prstGeom prst="straightConnector1">
            <a:avLst/>
          </a:prstGeom>
          <a:ln w="38100" cap="rnd">
            <a:solidFill>
              <a:schemeClr val="tx1"/>
            </a:solidFill>
            <a:round/>
            <a:tailEnd type="arrow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7E65E8B3-8909-B243-32B0-71F19FC8D78D}"/>
              </a:ext>
            </a:extLst>
          </p:cNvPr>
          <p:cNvCxnSpPr>
            <a:cxnSpLocks/>
            <a:stCxn id="10" idx="3"/>
            <a:endCxn id="9" idx="1"/>
          </p:cNvCxnSpPr>
          <p:nvPr/>
        </p:nvCxnSpPr>
        <p:spPr>
          <a:xfrm>
            <a:off x="5137913" y="4104984"/>
            <a:ext cx="2024715" cy="3897"/>
          </a:xfrm>
          <a:prstGeom prst="straightConnector1">
            <a:avLst/>
          </a:prstGeom>
          <a:ln w="38100" cap="rnd">
            <a:solidFill>
              <a:schemeClr val="tx1"/>
            </a:solidFill>
            <a:round/>
            <a:tailEnd type="arrow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16E52125-1548-E543-269F-CAB58CC04A9C}"/>
              </a:ext>
            </a:extLst>
          </p:cNvPr>
          <p:cNvSpPr txBox="1"/>
          <p:nvPr/>
        </p:nvSpPr>
        <p:spPr>
          <a:xfrm>
            <a:off x="5155474" y="3058621"/>
            <a:ext cx="20071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i="1" noProof="1">
                <a:latin typeface="Comic Sans MS" panose="030F0902030302020204" pitchFamily="66" charset="0"/>
                <a:ea typeface="Inter 18pt 18pt" panose="02000503000000020004" pitchFamily="2" charset="0"/>
                <a:cs typeface="Times New Roman" panose="02020603050405020304" pitchFamily="18" charset="0"/>
              </a:rPr>
              <a:t>Does page comprise reviews?</a:t>
            </a:r>
            <a:endParaRPr lang="de-DE" i="1" dirty="0">
              <a:latin typeface="Comic Sans MS" panose="030F0902030302020204" pitchFamily="66" charset="0"/>
            </a:endParaRP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EDE7DC56-78A5-829E-2D36-3BAAF59C9F3D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10179805" y="4104983"/>
            <a:ext cx="1723840" cy="3898"/>
          </a:xfrm>
          <a:prstGeom prst="straightConnector1">
            <a:avLst/>
          </a:prstGeom>
          <a:ln w="38100" cap="rnd">
            <a:solidFill>
              <a:schemeClr val="tx1"/>
            </a:solidFill>
            <a:round/>
            <a:tailEnd type="arrow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F92805D6-0B5E-6627-50F2-F6476C7BFD40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13412233" y="4741292"/>
            <a:ext cx="1" cy="679017"/>
          </a:xfrm>
          <a:prstGeom prst="straightConnector1">
            <a:avLst/>
          </a:prstGeom>
          <a:ln w="38100" cap="rnd">
            <a:solidFill>
              <a:schemeClr val="tx1"/>
            </a:solidFill>
            <a:round/>
            <a:tailEnd type="arrow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Abgerundetes Rechteck 41">
            <a:extLst>
              <a:ext uri="{FF2B5EF4-FFF2-40B4-BE49-F238E27FC236}">
                <a16:creationId xmlns:a16="http://schemas.microsoft.com/office/drawing/2014/main" id="{891AF40B-C63E-ED23-88B3-4525C5643E47}"/>
              </a:ext>
            </a:extLst>
          </p:cNvPr>
          <p:cNvSpPr/>
          <p:nvPr/>
        </p:nvSpPr>
        <p:spPr>
          <a:xfrm>
            <a:off x="16029409" y="2593080"/>
            <a:ext cx="3017175" cy="2672386"/>
          </a:xfrm>
          <a:prstGeom prst="roundRect">
            <a:avLst>
              <a:gd name="adj" fmla="val 5730"/>
            </a:avLst>
          </a:prstGeom>
          <a:solidFill>
            <a:srgbClr val="FAF1D7"/>
          </a:solidFill>
          <a:ln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noProof="1">
                <a:solidFill>
                  <a:schemeClr val="tx1"/>
                </a:solidFill>
                <a:latin typeface="Inter 18pt 18pt" panose="02000503000000020004" pitchFamily="2" charset="0"/>
                <a:ea typeface="Inter 18pt 18pt" panose="02000503000000020004" pitchFamily="2" charset="0"/>
                <a:cs typeface="Times New Roman" panose="02020603050405020304" pitchFamily="18" charset="0"/>
              </a:rPr>
              <a:t>🗂️</a:t>
            </a:r>
          </a:p>
          <a:p>
            <a:pPr algn="ctr"/>
            <a:r>
              <a:rPr lang="en-GB" b="1" i="1" noProof="1">
                <a:solidFill>
                  <a:schemeClr val="tx1"/>
                </a:solidFill>
                <a:latin typeface="Inter 18pt 18pt" panose="02000503000000020004" pitchFamily="2" charset="0"/>
                <a:ea typeface="Inter 18pt 18pt" panose="02000503000000020004" pitchFamily="2" charset="0"/>
                <a:cs typeface="Times New Roman" panose="02020603050405020304" pitchFamily="18" charset="0"/>
              </a:rPr>
              <a:t>Final Collection</a:t>
            </a:r>
          </a:p>
          <a:p>
            <a:pPr algn="ctr"/>
            <a:r>
              <a:rPr lang="en-GB" b="1" i="1" noProof="1">
                <a:solidFill>
                  <a:schemeClr val="tx1"/>
                </a:solidFill>
                <a:latin typeface="Inter 18pt 18pt" panose="02000503000000020004" pitchFamily="2" charset="0"/>
                <a:ea typeface="Inter 18pt 18pt" panose="02000503000000020004" pitchFamily="2" charset="0"/>
                <a:cs typeface="Times New Roman" panose="02020603050405020304" pitchFamily="18" charset="0"/>
              </a:rPr>
              <a:t>of Reviews</a:t>
            </a:r>
          </a:p>
          <a:p>
            <a:pPr algn="ctr"/>
            <a:endParaRPr lang="en-GB" b="1" i="1" noProof="1">
              <a:solidFill>
                <a:schemeClr val="tx1"/>
              </a:solidFill>
              <a:latin typeface="Inter 18pt 18pt" panose="02000503000000020004" pitchFamily="2" charset="0"/>
              <a:ea typeface="Inter 18pt 18pt" panose="02000503000000020004" pitchFamily="2" charset="0"/>
              <a:cs typeface="Times New Roman" panose="02020603050405020304" pitchFamily="18" charset="0"/>
            </a:endParaRPr>
          </a:p>
          <a:p>
            <a:pPr algn="ctr"/>
            <a:r>
              <a:rPr lang="en-GB" sz="1200" noProof="1">
                <a:solidFill>
                  <a:schemeClr val="tx1"/>
                </a:solidFill>
                <a:latin typeface="SF Mono" panose="020B0009000002000000" pitchFamily="49" charset="0"/>
                <a:ea typeface="Inter 18pt 18pt" panose="02000503000000020004" pitchFamily="2" charset="0"/>
                <a:cs typeface="SF Mono" panose="020B0009000002000000" pitchFamily="49" charset="0"/>
              </a:rPr>
              <a:t>if n_collected &gt; MAX_REVIEWS:</a:t>
            </a:r>
          </a:p>
          <a:p>
            <a:pPr algn="ctr"/>
            <a:endParaRPr lang="en-GB" noProof="1">
              <a:solidFill>
                <a:schemeClr val="tx1"/>
              </a:solidFill>
              <a:latin typeface="Times New Roman" panose="02020603050405020304" pitchFamily="18" charset="0"/>
              <a:ea typeface="Inter 18pt 18pt" panose="02000503000000020004" pitchFamily="2" charset="0"/>
              <a:cs typeface="Times New Roman" panose="02020603050405020304" pitchFamily="18" charset="0"/>
            </a:endParaRPr>
          </a:p>
          <a:p>
            <a:pPr algn="ctr"/>
            <a:r>
              <a:rPr lang="en-GB" sz="2400" b="1" noProof="1">
                <a:solidFill>
                  <a:schemeClr val="tx1"/>
                </a:solidFill>
                <a:latin typeface="Times New Roman" panose="02020603050405020304" pitchFamily="18" charset="0"/>
                <a:ea typeface="Inter 18pt 18pt" panose="02000503000000020004" pitchFamily="2" charset="0"/>
                <a:cs typeface="Times New Roman" panose="02020603050405020304" pitchFamily="18" charset="0"/>
              </a:rPr>
              <a:t>END</a:t>
            </a:r>
            <a:endParaRPr lang="en-GB" b="1" noProof="1">
              <a:solidFill>
                <a:schemeClr val="tx1"/>
              </a:solidFill>
              <a:latin typeface="Times New Roman" panose="02020603050405020304" pitchFamily="18" charset="0"/>
              <a:ea typeface="Inter 18pt 18pt" panose="02000503000000020004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3B87D69B-0327-A622-3B14-EBE95F3DEB77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 flipV="1">
            <a:off x="4546785" y="1530748"/>
            <a:ext cx="608689" cy="1"/>
          </a:xfrm>
          <a:prstGeom prst="straightConnector1">
            <a:avLst/>
          </a:prstGeom>
          <a:ln w="38100" cap="rnd">
            <a:solidFill>
              <a:schemeClr val="tx1"/>
            </a:solidFill>
            <a:round/>
            <a:tailEnd type="arrow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feld 43">
            <a:extLst>
              <a:ext uri="{FF2B5EF4-FFF2-40B4-BE49-F238E27FC236}">
                <a16:creationId xmlns:a16="http://schemas.microsoft.com/office/drawing/2014/main" id="{9AA46CD7-DA87-1B01-0087-F1BDB602B90F}"/>
              </a:ext>
            </a:extLst>
          </p:cNvPr>
          <p:cNvSpPr txBox="1"/>
          <p:nvPr/>
        </p:nvSpPr>
        <p:spPr>
          <a:xfrm>
            <a:off x="6664062" y="318512"/>
            <a:ext cx="3622938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i="1" noProof="1">
                <a:latin typeface="Comic Sans MS" panose="030F0902030302020204" pitchFamily="66" charset="0"/>
                <a:ea typeface="Inter 18pt 18pt" panose="02000503000000020004" pitchFamily="2" charset="0"/>
                <a:cs typeface="Times New Roman" panose="02020603050405020304" pitchFamily="18" charset="0"/>
              </a:rPr>
              <a:t>Search for pages with reviews</a:t>
            </a:r>
          </a:p>
        </p:txBody>
      </p:sp>
      <p:cxnSp>
        <p:nvCxnSpPr>
          <p:cNvPr id="50" name="Gerade Verbindung mit Pfeil 49">
            <a:extLst>
              <a:ext uri="{FF2B5EF4-FFF2-40B4-BE49-F238E27FC236}">
                <a16:creationId xmlns:a16="http://schemas.microsoft.com/office/drawing/2014/main" id="{8AEF9810-10E4-007A-45AC-1AD71BA979F3}"/>
              </a:ext>
            </a:extLst>
          </p:cNvPr>
          <p:cNvCxnSpPr>
            <a:cxnSpLocks/>
          </p:cNvCxnSpPr>
          <p:nvPr/>
        </p:nvCxnSpPr>
        <p:spPr>
          <a:xfrm flipV="1">
            <a:off x="8172650" y="1529370"/>
            <a:ext cx="608689" cy="1"/>
          </a:xfrm>
          <a:prstGeom prst="straightConnector1">
            <a:avLst/>
          </a:prstGeom>
          <a:ln w="38100" cap="rnd">
            <a:solidFill>
              <a:schemeClr val="tx1"/>
            </a:solidFill>
            <a:round/>
            <a:tailEnd type="arrow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6CCBAA0A-EAAA-D7C8-898B-B61A30C1D8D1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11798516" y="1529370"/>
            <a:ext cx="608688" cy="1"/>
          </a:xfrm>
          <a:prstGeom prst="straightConnector1">
            <a:avLst/>
          </a:prstGeom>
          <a:ln w="38100" cap="rnd">
            <a:solidFill>
              <a:schemeClr val="tx1"/>
            </a:solidFill>
            <a:round/>
            <a:tailEnd type="arrow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feld 58">
            <a:extLst>
              <a:ext uri="{FF2B5EF4-FFF2-40B4-BE49-F238E27FC236}">
                <a16:creationId xmlns:a16="http://schemas.microsoft.com/office/drawing/2014/main" id="{7308F5CC-2E5B-A879-12D7-618396B137DD}"/>
              </a:ext>
            </a:extLst>
          </p:cNvPr>
          <p:cNvSpPr txBox="1"/>
          <p:nvPr/>
        </p:nvSpPr>
        <p:spPr>
          <a:xfrm>
            <a:off x="14412527" y="386507"/>
            <a:ext cx="2628732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i="1" noProof="1">
                <a:latin typeface="Comic Sans MS" panose="030F0902030302020204" pitchFamily="66" charset="0"/>
                <a:ea typeface="Inter 18pt 18pt" panose="02000503000000020004" pitchFamily="2" charset="0"/>
                <a:cs typeface="Times New Roman" panose="02020603050405020304" pitchFamily="18" charset="0"/>
              </a:rPr>
              <a:t>Initialize</a:t>
            </a:r>
          </a:p>
        </p:txBody>
      </p: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3672880F-4E52-70A3-7D7A-6B62554662DC}"/>
              </a:ext>
            </a:extLst>
          </p:cNvPr>
          <p:cNvCxnSpPr>
            <a:cxnSpLocks/>
          </p:cNvCxnSpPr>
          <p:nvPr/>
        </p:nvCxnSpPr>
        <p:spPr>
          <a:xfrm>
            <a:off x="15422549" y="1525339"/>
            <a:ext cx="608688" cy="1"/>
          </a:xfrm>
          <a:prstGeom prst="straightConnector1">
            <a:avLst/>
          </a:prstGeom>
          <a:ln w="38100" cap="rnd">
            <a:solidFill>
              <a:schemeClr val="tx1"/>
            </a:solidFill>
            <a:round/>
            <a:tailEnd type="arrow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Abgerundetes Rechteck 61">
            <a:extLst>
              <a:ext uri="{FF2B5EF4-FFF2-40B4-BE49-F238E27FC236}">
                <a16:creationId xmlns:a16="http://schemas.microsoft.com/office/drawing/2014/main" id="{34175372-9935-6BF2-3AB7-2C70D432ECAE}"/>
              </a:ext>
            </a:extLst>
          </p:cNvPr>
          <p:cNvSpPr/>
          <p:nvPr/>
        </p:nvSpPr>
        <p:spPr>
          <a:xfrm>
            <a:off x="16029407" y="889028"/>
            <a:ext cx="3017177" cy="1272619"/>
          </a:xfrm>
          <a:prstGeom prst="roundRect">
            <a:avLst>
              <a:gd name="adj" fmla="val 5730"/>
            </a:avLst>
          </a:prstGeom>
          <a:solidFill>
            <a:schemeClr val="accent2">
              <a:lumMod val="20000"/>
              <a:lumOff val="80000"/>
            </a:schemeClr>
          </a:solidFill>
          <a:ln w="38100">
            <a:noFill/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noProof="1">
                <a:solidFill>
                  <a:schemeClr val="tx1"/>
                </a:solidFill>
                <a:latin typeface="Inter 18pt 18pt" panose="02000503000000020004" pitchFamily="2" charset="0"/>
                <a:ea typeface="Inter 18pt 18pt" panose="02000503000000020004" pitchFamily="2" charset="0"/>
                <a:cs typeface="Times New Roman" panose="02020603050405020304" pitchFamily="18" charset="0"/>
              </a:rPr>
              <a:t>📋</a:t>
            </a:r>
          </a:p>
          <a:p>
            <a:pPr algn="ctr"/>
            <a:r>
              <a:rPr lang="en-GB" b="1" noProof="1">
                <a:solidFill>
                  <a:schemeClr val="tx1"/>
                </a:solidFill>
                <a:latin typeface="Inter 18pt 18pt" panose="02000503000000020004" pitchFamily="2" charset="0"/>
                <a:ea typeface="Inter 18pt 18pt" panose="02000503000000020004" pitchFamily="2" charset="0"/>
                <a:cs typeface="Times New Roman" panose="02020603050405020304" pitchFamily="18" charset="0"/>
              </a:rPr>
              <a:t>Que of Webpages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2EED6326-8F03-5FDB-C5CA-6138400BE98E}"/>
              </a:ext>
            </a:extLst>
          </p:cNvPr>
          <p:cNvSpPr txBox="1"/>
          <p:nvPr/>
        </p:nvSpPr>
        <p:spPr>
          <a:xfrm>
            <a:off x="2046714" y="2844667"/>
            <a:ext cx="4106677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000" b="1" noProof="1">
                <a:latin typeface="Comic Sans MS" panose="030F0902030302020204" pitchFamily="66" charset="0"/>
                <a:ea typeface="Inter 18pt 18pt" panose="02000503000000020004" pitchFamily="2" charset="0"/>
                <a:cs typeface="Times New Roman" panose="02020603050405020304" pitchFamily="18" charset="0"/>
              </a:rPr>
              <a:t>For each webpage in Que: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B46EF42F-1CBA-1150-5373-D89311AA2B43}"/>
              </a:ext>
            </a:extLst>
          </p:cNvPr>
          <p:cNvSpPr txBox="1"/>
          <p:nvPr/>
        </p:nvSpPr>
        <p:spPr>
          <a:xfrm>
            <a:off x="11903644" y="2979699"/>
            <a:ext cx="3091198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b="1" noProof="1">
                <a:latin typeface="Comic Sans MS" panose="030F0902030302020204" pitchFamily="66" charset="0"/>
                <a:ea typeface="Inter 18pt 18pt" panose="02000503000000020004" pitchFamily="2" charset="0"/>
                <a:cs typeface="Times New Roman" panose="02020603050405020304" pitchFamily="18" charset="0"/>
              </a:rPr>
              <a:t>For each extracted review:</a:t>
            </a:r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BDA24571-6D99-3ADF-6A71-8342C1ED35BF}"/>
              </a:ext>
            </a:extLst>
          </p:cNvPr>
          <p:cNvSpPr txBox="1"/>
          <p:nvPr/>
        </p:nvSpPr>
        <p:spPr>
          <a:xfrm>
            <a:off x="3634671" y="4896133"/>
            <a:ext cx="58093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noProof="1">
                <a:latin typeface="Comic Sans MS" panose="030F0902030302020204" pitchFamily="66" charset="0"/>
                <a:ea typeface="Inter 18pt 18pt" panose="02000503000000020004" pitchFamily="2" charset="0"/>
                <a:cs typeface="Times New Roman" panose="02020603050405020304" pitchFamily="18" charset="0"/>
              </a:rPr>
              <a:t>Does page comprise reviews + not visited before?</a:t>
            </a:r>
            <a:endParaRPr lang="de-DE" i="1" dirty="0">
              <a:latin typeface="Comic Sans MS" panose="030F0902030302020204" pitchFamily="66" charset="0"/>
            </a:endParaRPr>
          </a:p>
        </p:txBody>
      </p:sp>
      <p:cxnSp>
        <p:nvCxnSpPr>
          <p:cNvPr id="87" name="Gewinkelte Verbindung 86">
            <a:extLst>
              <a:ext uri="{FF2B5EF4-FFF2-40B4-BE49-F238E27FC236}">
                <a16:creationId xmlns:a16="http://schemas.microsoft.com/office/drawing/2014/main" id="{42BA4805-287B-9E1E-7A2A-1DE4B611F8C2}"/>
              </a:ext>
            </a:extLst>
          </p:cNvPr>
          <p:cNvCxnSpPr>
            <a:cxnSpLocks/>
            <a:stCxn id="13" idx="2"/>
            <a:endCxn id="62" idx="3"/>
          </p:cNvCxnSpPr>
          <p:nvPr/>
        </p:nvCxnSpPr>
        <p:spPr>
          <a:xfrm rot="5400000" flipH="1" flipV="1">
            <a:off x="8754159" y="-3599495"/>
            <a:ext cx="5167591" cy="15417257"/>
          </a:xfrm>
          <a:prstGeom prst="bentConnector4">
            <a:avLst>
              <a:gd name="adj1" fmla="val -18083"/>
              <a:gd name="adj2" fmla="val 101483"/>
            </a:avLst>
          </a:prstGeom>
          <a:ln w="28575" cap="rnd">
            <a:solidFill>
              <a:schemeClr val="tx1"/>
            </a:solidFill>
            <a:round/>
            <a:tailEnd type="arrow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Gewinkelte Verbindung 99">
            <a:extLst>
              <a:ext uri="{FF2B5EF4-FFF2-40B4-BE49-F238E27FC236}">
                <a16:creationId xmlns:a16="http://schemas.microsoft.com/office/drawing/2014/main" id="{A7FDCA05-DABA-8556-CBDC-87F22A00F396}"/>
              </a:ext>
            </a:extLst>
          </p:cNvPr>
          <p:cNvCxnSpPr>
            <a:endCxn id="42" idx="2"/>
          </p:cNvCxnSpPr>
          <p:nvPr/>
        </p:nvCxnSpPr>
        <p:spPr>
          <a:xfrm flipV="1">
            <a:off x="14920821" y="5265466"/>
            <a:ext cx="2617176" cy="808763"/>
          </a:xfrm>
          <a:prstGeom prst="bentConnector2">
            <a:avLst/>
          </a:prstGeom>
          <a:ln w="28575" cap="rnd">
            <a:solidFill>
              <a:schemeClr val="tx1"/>
            </a:solidFill>
            <a:round/>
            <a:tailEnd type="arrow" w="lg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feld 100">
            <a:extLst>
              <a:ext uri="{FF2B5EF4-FFF2-40B4-BE49-F238E27FC236}">
                <a16:creationId xmlns:a16="http://schemas.microsoft.com/office/drawing/2014/main" id="{73D8A82F-1EFF-FED4-626A-42A3C0CBE107}"/>
              </a:ext>
            </a:extLst>
          </p:cNvPr>
          <p:cNvSpPr txBox="1"/>
          <p:nvPr/>
        </p:nvSpPr>
        <p:spPr>
          <a:xfrm>
            <a:off x="15438486" y="6143151"/>
            <a:ext cx="20995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i="1" noProof="1">
                <a:latin typeface="Comic Sans MS" panose="030F0902030302020204" pitchFamily="66" charset="0"/>
                <a:ea typeface="Inter 18pt 18pt" panose="02000503000000020004" pitchFamily="2" charset="0"/>
                <a:cs typeface="Times New Roman" panose="02020603050405020304" pitchFamily="18" charset="0"/>
              </a:rPr>
              <a:t>Customer review?</a:t>
            </a:r>
            <a:endParaRPr lang="de-DE" i="1" dirty="0">
              <a:latin typeface="Comic Sans MS" panose="030F0902030302020204" pitchFamily="66" charset="0"/>
            </a:endParaRP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0E604F44-F4DA-8666-2BFD-1B588B76892B}"/>
              </a:ext>
            </a:extLst>
          </p:cNvPr>
          <p:cNvSpPr txBox="1"/>
          <p:nvPr/>
        </p:nvSpPr>
        <p:spPr>
          <a:xfrm>
            <a:off x="1723831" y="340636"/>
            <a:ext cx="262873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400" b="1" noProof="1">
                <a:latin typeface="Times New Roman" panose="02020603050405020304" pitchFamily="18" charset="0"/>
                <a:ea typeface="Inter 18pt 18pt" panose="02000503000000020004" pitchFamily="2" charset="0"/>
                <a:cs typeface="Times New Roman" panose="02020603050405020304" pitchFamily="18" charset="0"/>
              </a:rPr>
              <a:t>START</a:t>
            </a:r>
            <a:endParaRPr lang="en-GB" b="1" noProof="1">
              <a:latin typeface="Times New Roman" panose="02020603050405020304" pitchFamily="18" charset="0"/>
              <a:ea typeface="Inter 18pt 18pt" panose="02000503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0D56B57-8C72-48BC-747D-56C968A5340A}"/>
              </a:ext>
            </a:extLst>
          </p:cNvPr>
          <p:cNvSpPr txBox="1"/>
          <p:nvPr/>
        </p:nvSpPr>
        <p:spPr>
          <a:xfrm>
            <a:off x="3759401" y="6761851"/>
            <a:ext cx="12766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noProof="1">
                <a:latin typeface="Comic Sans MS" panose="030F0902030302020204" pitchFamily="66" charset="0"/>
                <a:ea typeface="Inter 18pt 18pt" panose="02000503000000020004" pitchFamily="2" charset="0"/>
                <a:cs typeface="Times New Roman" panose="02020603050405020304" pitchFamily="18" charset="0"/>
              </a:rPr>
              <a:t>Add page</a:t>
            </a:r>
            <a:endParaRPr lang="de-DE" i="1" dirty="0">
              <a:latin typeface="Comic Sans MS" panose="030F09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730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106</Words>
  <Application>Microsoft Macintosh PowerPoint</Application>
  <PresentationFormat>Benutzerdefiniert</PresentationFormat>
  <Paragraphs>45</Paragraphs>
  <Slides>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9" baseType="lpstr">
      <vt:lpstr>Aptos</vt:lpstr>
      <vt:lpstr>Aptos Display</vt:lpstr>
      <vt:lpstr>Arial</vt:lpstr>
      <vt:lpstr>Comic Sans MS</vt:lpstr>
      <vt:lpstr>Inter 18pt 18pt</vt:lpstr>
      <vt:lpstr>SF Mono</vt:lpstr>
      <vt:lpstr>Times New Roman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Nils Hellwig</dc:creator>
  <cp:lastModifiedBy>Nils Hellwig</cp:lastModifiedBy>
  <cp:revision>21</cp:revision>
  <dcterms:created xsi:type="dcterms:W3CDTF">2026-02-21T08:07:45Z</dcterms:created>
  <dcterms:modified xsi:type="dcterms:W3CDTF">2026-02-21T12:20:41Z</dcterms:modified>
</cp:coreProperties>
</file>